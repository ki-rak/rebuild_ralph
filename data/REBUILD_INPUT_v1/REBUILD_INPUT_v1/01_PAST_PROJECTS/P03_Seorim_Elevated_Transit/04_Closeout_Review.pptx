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c73533338b4c41" /><Relationship Type="http://schemas.openxmlformats.org/officeDocument/2006/relationships/extended-properties" Target="/docProps/app.xml" Id="R205ada13e1e74700" /><Relationship Type="http://schemas.openxmlformats.org/officeDocument/2006/relationships/officeDocument" Target="/ppt/presentation.xml" Id="R3ccafaf576d84b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3420d6cea6412c"/>
  </p:sldMasterIdLst>
  <p:notesMasterIdLst>
    <p:notesMasterId xmlns:r="http://schemas.openxmlformats.org/officeDocument/2006/relationships" r:id="Rcaa8ba8ad5154fe5"/>
  </p:notesMasterIdLst>
  <p:sldIdLst>
    <p:sldId xmlns:r="http://schemas.openxmlformats.org/officeDocument/2006/relationships" id="256" r:id="R545e5488a3714e60"/>
    <p:sldId xmlns:r="http://schemas.openxmlformats.org/officeDocument/2006/relationships" id="257" r:id="Rc8498496b6334bb6"/>
    <p:sldId xmlns:r="http://schemas.openxmlformats.org/officeDocument/2006/relationships" id="258" r:id="Raad547b2f0b8441e"/>
    <p:sldId xmlns:r="http://schemas.openxmlformats.org/officeDocument/2006/relationships" id="259" r:id="Rc9919da5a36c40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3dc906d7d640ab" /><Relationship Type="http://schemas.openxmlformats.org/officeDocument/2006/relationships/slideMaster" Target="/ppt/slideMasters/slideMaster1.xml" Id="Re83420d6cea6412c" /><Relationship Type="http://schemas.openxmlformats.org/officeDocument/2006/relationships/notesMaster" Target="/ppt/notesMasters/notesMaster1.xml" Id="Rcaa8ba8ad5154fe5" /><Relationship Type="http://schemas.openxmlformats.org/officeDocument/2006/relationships/presProps" Target="/ppt/presProps.xml" Id="R96041daefcb34014" /><Relationship Type="http://schemas.openxmlformats.org/officeDocument/2006/relationships/tableStyles" Target="/ppt/tableStyles.xml" Id="R9bb91505fa444d2d" /><Relationship Type="http://schemas.openxmlformats.org/officeDocument/2006/relationships/slide" Target="/ppt/slides/slide1.xml" Id="R545e5488a3714e60" /><Relationship Type="http://schemas.openxmlformats.org/officeDocument/2006/relationships/slide" Target="/ppt/slides/slide2.xml" Id="Rc8498496b6334bb6" /><Relationship Type="http://schemas.openxmlformats.org/officeDocument/2006/relationships/slide" Target="/ppt/slides/slide3.xml" Id="Raad547b2f0b8441e" /><Relationship Type="http://schemas.openxmlformats.org/officeDocument/2006/relationships/slide" Target="/ppt/slides/slide4.xml" Id="Rc9919da5a36c40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b2b51cd32d46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9fc6df78014483" /><Relationship Type="http://schemas.openxmlformats.org/officeDocument/2006/relationships/notesMaster" Target="/ppt/notesMasters/notesMaster1.xml" Id="R3f1a979d2cd24f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608d0f998c48e1" /><Relationship Type="http://schemas.openxmlformats.org/officeDocument/2006/relationships/notesMaster" Target="/ppt/notesMasters/notesMaster1.xml" Id="R909fb5118d7b41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7fd7018a9e4976" /><Relationship Type="http://schemas.openxmlformats.org/officeDocument/2006/relationships/notesMaster" Target="/ppt/notesMasters/notesMaster1.xml" Id="R687ff0795ab44f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d77e791b3343ba" /><Relationship Type="http://schemas.openxmlformats.org/officeDocument/2006/relationships/notesMaster" Target="/ppt/notesMasters/notesMaster1.xml" Id="Re567442bf11b49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P03-BRF-001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P03-LL01; P03-MOM-001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P03-COM-001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P03-LL01, P03-LL02, P03-ITB-001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cc2eff131944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3447eaf69d4db3" /><Relationship Type="http://schemas.openxmlformats.org/officeDocument/2006/relationships/slideLayout" Target="/ppt/slideLayouts/slideLayout1.xml" Id="R9db37ec867154a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b37ec867154a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dbf5853cf437e" /><Relationship Type="http://schemas.openxmlformats.org/officeDocument/2006/relationships/notesSlide" Target="/ppt/notesSlides/notesSlide1.xml" Id="Rc4beb5d0fd4d40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b028bd769462f" /><Relationship Type="http://schemas.openxmlformats.org/officeDocument/2006/relationships/notesSlide" Target="/ppt/notesSlides/notesSlide2.xml" Id="R230e1f666c944c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2264ec6664e58" /><Relationship Type="http://schemas.openxmlformats.org/officeDocument/2006/relationships/notesSlide" Target="/ppt/notesSlides/notesSlide3.xml" Id="Rd9d345c88a8c43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839e84e7b4f0c" /><Relationship Type="http://schemas.openxmlformats.org/officeDocument/2006/relationships/notesSlide" Target="/ppt/notesSlides/notesSlide4.xml" Id="R5f3d61ccfa3743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52747ED-E45B-466C-8794-D6327DAB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서림 도시철도 고가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E337C0FE-BB49-438B-AA88-9DEB2886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P03 | 2019-11-14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3954B3EA-5734-4623-9DF9-C8AB8C80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고가교 6.4 km, 고가역 4개소, 차량기지 연결선 1.1 km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E254AB8A-5B23-4DFD-8BA7-E07F1414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설계시공 일괄  /  EUR 174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30개월  /  당사 JV 지분 50%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94F3B9B6-9DD6-4660-90B9-A65DB56E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0.6 million 승인, 미승인 추가원가 1.50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1362431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7A128E9-C323-4477-B166-B54CBE7D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야간 가설창과 운송 제약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9847AFA0-437D-4D19-A265-2AC64EAC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P03 | 2019-11-14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4C3D9892-4F37-4865-B66A-6A60221E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도심 세그먼트 운반 허용 시간이 6시간에서 4시간으로 줄어 가설 순서가 뒤바뀌었다.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796B3487-9CFD-4DB4-BD14-8FDCBA8D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소형 운반대차를 추가하고 교각별 임시 적치 가능 수량을 운송계획에 반영했다.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6F0F09DE-2DF2-4FA0-A09C-D634560A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12일 / 승인 EOT 8일 / 추가원가 2.1 EUR million</a:t>
            </a:r>
          </a:p>
        </p:txBody>
      </p:sp>
    </p:spTree>
    <p:extLst>
      <p:ext uri="{BB962C8B-B14F-4D97-AF65-F5344CB8AC3E}">
        <p14:creationId xmlns:p14="http://schemas.microsoft.com/office/powerpoint/2010/main" val="1392920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E1D27EB-EEBA-4FFE-BB68-BA86850A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6B8ACEDA-F070-4E49-9E55-027F3EDE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P03 | 2019-11-14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EUR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174.6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155.22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0.348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19.0320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E486D511-34E0-4B43-A7E4-D4E663BA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1223419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37BF49A-CB0C-42E9-B29B-20AB9727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026BA232-AE12-40B2-9DA4-35133318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P03 | 2019-11-14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671C8B61-10E7-4C7E-8A54-0A4F906E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고가 가설과 교통 협의에 적용한다. 지하정거장 지하수 저감 대책의 근거로 쓰지 않는다.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1AE03910-96CB-491C-BA63-9396C656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반출 전 치수검사와 현장 수입검사의 책임을 계약서에 나눈다.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A74235AE-A4AA-4EBD-B173-5B6448C2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14일은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862007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2026-09-20T13:12:02.9470000Z</dcterms:created>
  <dcterms:modified xsi:type="dcterms:W3CDTF">2026-09-20T13:12:02.9470000Z</dcterms:modified>
</coreProperties>
</file>