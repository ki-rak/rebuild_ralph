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7a568c9ee9405d" /><Relationship Type="http://schemas.openxmlformats.org/officeDocument/2006/relationships/extended-properties" Target="/docProps/app.xml" Id="R7cb61b30a2e34dfc" /><Relationship Type="http://schemas.openxmlformats.org/officeDocument/2006/relationships/officeDocument" Target="/ppt/presentation.xml" Id="R2e7eb458ba6246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9546b2af4482b"/>
  </p:sldMasterIdLst>
  <p:notesMasterIdLst>
    <p:notesMasterId xmlns:r="http://schemas.openxmlformats.org/officeDocument/2006/relationships" r:id="Rfbddbfb9eac84f15"/>
  </p:notesMasterIdLst>
  <p:sldIdLst>
    <p:sldId xmlns:r="http://schemas.openxmlformats.org/officeDocument/2006/relationships" id="256" r:id="Rff1c686cf92a4b04"/>
    <p:sldId xmlns:r="http://schemas.openxmlformats.org/officeDocument/2006/relationships" id="257" r:id="R315ad2ca4fa64cbd"/>
    <p:sldId xmlns:r="http://schemas.openxmlformats.org/officeDocument/2006/relationships" id="258" r:id="R4858ffe078e24fa6"/>
    <p:sldId xmlns:r="http://schemas.openxmlformats.org/officeDocument/2006/relationships" id="259" r:id="R58d68b875ee4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3743e3f3a4eb6" /><Relationship Type="http://schemas.openxmlformats.org/officeDocument/2006/relationships/slideMaster" Target="/ppt/slideMasters/slideMaster1.xml" Id="Rbf99546b2af4482b" /><Relationship Type="http://schemas.openxmlformats.org/officeDocument/2006/relationships/notesMaster" Target="/ppt/notesMasters/notesMaster1.xml" Id="Rfbddbfb9eac84f15" /><Relationship Type="http://schemas.openxmlformats.org/officeDocument/2006/relationships/presProps" Target="/ppt/presProps.xml" Id="R12855e240cc64f63" /><Relationship Type="http://schemas.openxmlformats.org/officeDocument/2006/relationships/tableStyles" Target="/ppt/tableStyles.xml" Id="R461e7c0b3f254735" /><Relationship Type="http://schemas.openxmlformats.org/officeDocument/2006/relationships/slide" Target="/ppt/slides/slide1.xml" Id="Rff1c686cf92a4b04" /><Relationship Type="http://schemas.openxmlformats.org/officeDocument/2006/relationships/slide" Target="/ppt/slides/slide2.xml" Id="R315ad2ca4fa64cbd" /><Relationship Type="http://schemas.openxmlformats.org/officeDocument/2006/relationships/slide" Target="/ppt/slides/slide3.xml" Id="R4858ffe078e24fa6" /><Relationship Type="http://schemas.openxmlformats.org/officeDocument/2006/relationships/slide" Target="/ppt/slides/slide4.xml" Id="R58d68b875ee4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70bf95db9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591146628464b" /><Relationship Type="http://schemas.openxmlformats.org/officeDocument/2006/relationships/notesMaster" Target="/ppt/notesMasters/notesMaster1.xml" Id="Re7abba8f855e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dc3bff2674c9b" /><Relationship Type="http://schemas.openxmlformats.org/officeDocument/2006/relationships/notesMaster" Target="/ppt/notesMasters/notesMaster1.xml" Id="Rfda3ef02b659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e0f536f85a4d7d" /><Relationship Type="http://schemas.openxmlformats.org/officeDocument/2006/relationships/notesMaster" Target="/ppt/notesMasters/notesMaster1.xml" Id="R3ea8132dccb8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a68192d084c5b" /><Relationship Type="http://schemas.openxmlformats.org/officeDocument/2006/relationships/notesMaster" Target="/ppt/notesMasters/notesMaster1.xml" Id="R1d47e491ce3442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P05-LL01; P05-MOM-001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P05-LL01, P05-LL02, P05-ITB-001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fd3f3d482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2bbef3cc754a85" /><Relationship Type="http://schemas.openxmlformats.org/officeDocument/2006/relationships/slideLayout" Target="/ppt/slideLayouts/slideLayout1.xml" Id="R80504ea312aa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504ea312aa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d18656c0e4a87" /><Relationship Type="http://schemas.openxmlformats.org/officeDocument/2006/relationships/notesSlide" Target="/ppt/notesSlides/notesSlide1.xml" Id="R97b58f556f05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bd3c099445a0" /><Relationship Type="http://schemas.openxmlformats.org/officeDocument/2006/relationships/notesSlide" Target="/ppt/notesSlides/notesSlide2.xml" Id="Re93b4f9fa9f4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3cedfab8741d5" /><Relationship Type="http://schemas.openxmlformats.org/officeDocument/2006/relationships/notesSlide" Target="/ppt/notesSlides/notesSlide3.xml" Id="R03932f67cc5a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c67a9ecb84261" /><Relationship Type="http://schemas.openxmlformats.org/officeDocument/2006/relationships/notesSlide" Target="/ppt/notesSlides/notesSlide4.xml" Id="R6378c97afc37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5A3E39-BCCC-4A1F-831C-5F7AF212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누리 하천횡단 교량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F708DD6-9F8D-4CF4-AD2F-4DA1C3D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P05 | 2021-07-21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9824CEBE-22CD-4ED3-9C27-7C137199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하천교량 1.35 km, 수중 교각 8기, 접속도로 2.2 km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44295457-02FD-4F2E-B0FE-1064C4E3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총액도급  /  USD 126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28개월  /  당사 JV 지분 70%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4CBD226-9063-417B-A9C7-1B875975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0.8 million 승인, 미승인 추가원가 2.10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930529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9AD7447-B3C4-4009-B419-1947BC27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우기 가물막이 침수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7D82426D-1966-4585-9103-C7235DA7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P05 | 2021-07-21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AF06940B-4DFD-4CBF-BC61-04736383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우기 수위 상승으로 교각 P4 가물막이가 침수되어 장비를 철수했다.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EF0C1EDA-D45C-42E8-AB5C-9550780C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상류 수위 관측과 단계별 철수 기준을 운영하고 비우기 중심으로 수중 공정을 재배치했다.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612E98C1-0567-48E2-8290-A63281C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16일 / 승인 EOT 10일 / 추가원가 2.9 USD million</a:t>
            </a:r>
          </a:p>
        </p:txBody>
      </p:sp>
    </p:spTree>
    <p:extLst>
      <p:ext uri="{BB962C8B-B14F-4D97-AF65-F5344CB8AC3E}">
        <p14:creationId xmlns:p14="http://schemas.microsoft.com/office/powerpoint/2010/main" val="1233500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9997CE-2742-4EDE-9757-DB52E8F9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68BB755E-9A3C-4C8F-99B4-EAE7687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P05 | 2021-07-21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126.8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113.78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0.378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12.6420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8F15AD77-4641-4C1F-A237-859C4CF3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199610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A72FE6-8D63-4B25-BE22-A3F9FEF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615B976C-1D77-4E84-A036-16DC1E38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P05 | 2021-07-21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3DFDF42-8E6F-4467-ADA4-807FC2E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하천 수위 및 작업 중단 의사결정 절차에 적용한다. 펌프 증설만으로 홍수 위험을 해소했다고 판단하지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ADCBC805-0D7B-4F73-80E5-2D5112C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계약상 통지는 지정 수신인과 기한을 따로 관리한다.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4A9CC961-3D50-4E39-8419-FC6EBCE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7일은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19567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2026-09-20T13:12:09.1980000Z</dcterms:created>
  <dcterms:modified xsi:type="dcterms:W3CDTF">2026-09-20T13:12:09.1980000Z</dcterms:modified>
</coreProperties>
</file>