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27341ae2844f51" /><Relationship Type="http://schemas.openxmlformats.org/officeDocument/2006/relationships/extended-properties" Target="/docProps/app.xml" Id="R8567ec51fb794fd7" /><Relationship Type="http://schemas.openxmlformats.org/officeDocument/2006/relationships/officeDocument" Target="/ppt/presentation.xml" Id="R0cc85c61dfd6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6903ef785c4734"/>
  </p:sldMasterIdLst>
  <p:notesMasterIdLst>
    <p:notesMasterId xmlns:r="http://schemas.openxmlformats.org/officeDocument/2006/relationships" r:id="Rbd7e0420333e475a"/>
  </p:notesMasterIdLst>
  <p:sldIdLst>
    <p:sldId xmlns:r="http://schemas.openxmlformats.org/officeDocument/2006/relationships" id="256" r:id="R17b0ff1b32e4400f"/>
    <p:sldId xmlns:r="http://schemas.openxmlformats.org/officeDocument/2006/relationships" id="257" r:id="Ree5816373d69433c"/>
    <p:sldId xmlns:r="http://schemas.openxmlformats.org/officeDocument/2006/relationships" id="258" r:id="R1766f70cf0964ccd"/>
    <p:sldId xmlns:r="http://schemas.openxmlformats.org/officeDocument/2006/relationships" id="259" r:id="Rd117689c0b9f42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9c5ce6b04464f" /><Relationship Type="http://schemas.openxmlformats.org/officeDocument/2006/relationships/slideMaster" Target="/ppt/slideMasters/slideMaster1.xml" Id="R726903ef785c4734" /><Relationship Type="http://schemas.openxmlformats.org/officeDocument/2006/relationships/notesMaster" Target="/ppt/notesMasters/notesMaster1.xml" Id="Rbd7e0420333e475a" /><Relationship Type="http://schemas.openxmlformats.org/officeDocument/2006/relationships/presProps" Target="/ppt/presProps.xml" Id="R8c61017a7b92411b" /><Relationship Type="http://schemas.openxmlformats.org/officeDocument/2006/relationships/tableStyles" Target="/ppt/tableStyles.xml" Id="Rfee1b35e4aab4da9" /><Relationship Type="http://schemas.openxmlformats.org/officeDocument/2006/relationships/slide" Target="/ppt/slides/slide1.xml" Id="R17b0ff1b32e4400f" /><Relationship Type="http://schemas.openxmlformats.org/officeDocument/2006/relationships/slide" Target="/ppt/slides/slide2.xml" Id="Ree5816373d69433c" /><Relationship Type="http://schemas.openxmlformats.org/officeDocument/2006/relationships/slide" Target="/ppt/slides/slide3.xml" Id="R1766f70cf0964ccd" /><Relationship Type="http://schemas.openxmlformats.org/officeDocument/2006/relationships/slide" Target="/ppt/slides/slide4.xml" Id="Rd117689c0b9f42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0c21d44c224b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c5c402ebfa46c1" /><Relationship Type="http://schemas.openxmlformats.org/officeDocument/2006/relationships/notesMaster" Target="/ppt/notesMasters/notesMaster1.xml" Id="R65bcf76405b441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266ca1243d454e" /><Relationship Type="http://schemas.openxmlformats.org/officeDocument/2006/relationships/notesMaster" Target="/ppt/notesMasters/notesMaster1.xml" Id="R528d7a572ec3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acec8abace4491" /><Relationship Type="http://schemas.openxmlformats.org/officeDocument/2006/relationships/notesMaster" Target="/ppt/notesMasters/notesMaster1.xml" Id="Rcaed9feca86343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190e6eff224cbb" /><Relationship Type="http://schemas.openxmlformats.org/officeDocument/2006/relationships/notesMaster" Target="/ppt/notesMasters/notesMaster1.xml" Id="R4cd74e130ee741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P12-LL01; P12-MOM-001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P12-LL01, P12-LL02, P12-ITB-001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c9eb94ebe42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249b5c25b4a34" /><Relationship Type="http://schemas.openxmlformats.org/officeDocument/2006/relationships/slideLayout" Target="/ppt/slideLayouts/slideLayout1.xml" Id="R42551963ed4f43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51963ed4f43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db8e46ab64432" /><Relationship Type="http://schemas.openxmlformats.org/officeDocument/2006/relationships/notesSlide" Target="/ppt/notesSlides/notesSlide1.xml" Id="R6309ab10386543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f65bb9f454d1e" /><Relationship Type="http://schemas.openxmlformats.org/officeDocument/2006/relationships/notesSlide" Target="/ppt/notesSlides/notesSlide2.xml" Id="Rf8fd73ea0d8245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9beda6ac24704" /><Relationship Type="http://schemas.openxmlformats.org/officeDocument/2006/relationships/notesSlide" Target="/ppt/notesSlides/notesSlide3.xml" Id="Rdbec626cd36c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08fa422bc4cbc" /><Relationship Type="http://schemas.openxmlformats.org/officeDocument/2006/relationships/notesSlide" Target="/ppt/notesSlides/notesSlide4.xml" Id="R9d8a896add7345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4DD5FBC1-473C-4F64-AD35-9C99F92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비온 복합물류센터 지하공사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A990E6F7-43CA-48F4-8300-567A932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P12 | 2022-04-20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044AE0E2-E1B8-4C0D-B660-5A22402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지하 3층 7.2만 m2, 굴착깊이 18 m, 물류램프 2개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A9C2020C-7CBB-4B98-99E6-6C2D6468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총액도급  /  KRW 132,000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22개월  /  당사 JV 지분 100%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3483CD4F-9EE9-4354-90F1-FF072FBD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900 million 승인, 미승인 추가원가 1700.00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251137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F364ADA-C371-4954-B062-BA8F85F2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흙막이 변위와 설계 인터페이스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147EFF9F-D334-4CA6-A357-4C628534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P12 | 2022-04-20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68840B20-96D8-4A43-96A7-8B012FC2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탑다운 슬래브 개구부 변경으로 임시 지지 조건이 바뀌었으나 굴착계획에 반영되지 않았다.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5F5106DB-D02E-4BB8-B2A3-47FEB026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구조·가시설 담당자의 공동 검토 이후 굴착 단계를 재승인했다.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A73D5A9E-C54C-48EC-B9CC-F93BD4C9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14일 / 승인 EOT 11일 / 추가원가 2600 KRW million</a:t>
            </a:r>
          </a:p>
        </p:txBody>
      </p:sp>
    </p:spTree>
    <p:extLst>
      <p:ext uri="{BB962C8B-B14F-4D97-AF65-F5344CB8AC3E}">
        <p14:creationId xmlns:p14="http://schemas.microsoft.com/office/powerpoint/2010/main" val="532816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781DFE8-4B5D-405B-9B2F-D2936297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36FD4D1F-4344-4C65-A09A-E0CCCB84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P12 | 2022-04-20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KRW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132900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118760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198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13942.0000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25B23CC0-AB50-4235-B2B6-0B42B385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1127845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7A82C1E7-1B07-42C9-88B7-EDF35930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1EF1435-A400-472F-AB65-48C56150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P12 | 2022-04-20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A423001C-EA6A-4942-8174-B3D4119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설계변경 인터페이스 관리에 적용한다. 건축 지하층의 지지 조건을 도시철도 구조에 그대로 대입하지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29332451-63EB-4B64-94BF-318E201D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기술적 가능성과 제3자 사용권을 별도 확인한다.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C56E6809-7EC9-44D1-AAE2-C7613661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7일은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678272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2026-09-20T13:12:29.4510000Z</dcterms:created>
  <dcterms:modified xsi:type="dcterms:W3CDTF">2026-09-20T13:12:29.4510000Z</dcterms:modified>
</coreProperties>
</file>