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2f32d9eff49f0" /><Relationship Type="http://schemas.openxmlformats.org/officeDocument/2006/relationships/extended-properties" Target="/docProps/app.xml" Id="R882fadfcc6104425" /><Relationship Type="http://schemas.openxmlformats.org/officeDocument/2006/relationships/officeDocument" Target="/ppt/presentation.xml" Id="R06ce3600c9a7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4b24ad86a54c10"/>
  </p:sldMasterIdLst>
  <p:notesMasterIdLst>
    <p:notesMasterId xmlns:r="http://schemas.openxmlformats.org/officeDocument/2006/relationships" r:id="Re827eca060b94ac1"/>
  </p:notesMasterIdLst>
  <p:sldIdLst>
    <p:sldId xmlns:r="http://schemas.openxmlformats.org/officeDocument/2006/relationships" id="256" r:id="R90223513ea63496f"/>
    <p:sldId xmlns:r="http://schemas.openxmlformats.org/officeDocument/2006/relationships" id="257" r:id="R0592c6a258db4dd8"/>
    <p:sldId xmlns:r="http://schemas.openxmlformats.org/officeDocument/2006/relationships" id="258" r:id="R000795f782274047"/>
    <p:sldId xmlns:r="http://schemas.openxmlformats.org/officeDocument/2006/relationships" id="259" r:id="Rc65a2815668543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499e7e868948c7" /><Relationship Type="http://schemas.openxmlformats.org/officeDocument/2006/relationships/slideMaster" Target="/ppt/slideMasters/slideMaster1.xml" Id="R0d4b24ad86a54c10" /><Relationship Type="http://schemas.openxmlformats.org/officeDocument/2006/relationships/notesMaster" Target="/ppt/notesMasters/notesMaster1.xml" Id="Re827eca060b94ac1" /><Relationship Type="http://schemas.openxmlformats.org/officeDocument/2006/relationships/presProps" Target="/ppt/presProps.xml" Id="Rcf926b61f7364c69" /><Relationship Type="http://schemas.openxmlformats.org/officeDocument/2006/relationships/tableStyles" Target="/ppt/tableStyles.xml" Id="Re845f15e76a940fe" /><Relationship Type="http://schemas.openxmlformats.org/officeDocument/2006/relationships/slide" Target="/ppt/slides/slide1.xml" Id="R90223513ea63496f" /><Relationship Type="http://schemas.openxmlformats.org/officeDocument/2006/relationships/slide" Target="/ppt/slides/slide2.xml" Id="R0592c6a258db4dd8" /><Relationship Type="http://schemas.openxmlformats.org/officeDocument/2006/relationships/slide" Target="/ppt/slides/slide3.xml" Id="R000795f782274047" /><Relationship Type="http://schemas.openxmlformats.org/officeDocument/2006/relationships/slide" Target="/ppt/slides/slide4.xml" Id="Rc65a28156685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d7672e4e9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11cf9c56345b0" /><Relationship Type="http://schemas.openxmlformats.org/officeDocument/2006/relationships/notesMaster" Target="/ppt/notesMasters/notesMaster1.xml" Id="Ref27acb7570a40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6418a731f477c" /><Relationship Type="http://schemas.openxmlformats.org/officeDocument/2006/relationships/notesMaster" Target="/ppt/notesMasters/notesMaster1.xml" Id="R084812503927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b40b276b94dc5" /><Relationship Type="http://schemas.openxmlformats.org/officeDocument/2006/relationships/notesMaster" Target="/ppt/notesMasters/notesMaster1.xml" Id="R5093b12aff4f46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82a81b54c4b1e" /><Relationship Type="http://schemas.openxmlformats.org/officeDocument/2006/relationships/notesMaster" Target="/ppt/notesMasters/notesMaster1.xml" Id="R1b3b8ee1bd67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P08-LL01; P08-MOM-001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P08-LL01, P08-LL02, P08-ITB-001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5c370bc81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ad022780fb46ce" /><Relationship Type="http://schemas.openxmlformats.org/officeDocument/2006/relationships/slideLayout" Target="/ppt/slideLayouts/slideLayout1.xml" Id="Rbcdde2fa6e2741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dde2fa6e2741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769947d1f4317" /><Relationship Type="http://schemas.openxmlformats.org/officeDocument/2006/relationships/notesSlide" Target="/ppt/notesSlides/notesSlide1.xml" Id="Re6fb15eb596347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d7b72b2ea4a60" /><Relationship Type="http://schemas.openxmlformats.org/officeDocument/2006/relationships/notesSlide" Target="/ppt/notesSlides/notesSlide2.xml" Id="R1c94a78d930044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d9e417dfa4c44" /><Relationship Type="http://schemas.openxmlformats.org/officeDocument/2006/relationships/notesSlide" Target="/ppt/notesSlides/notesSlide3.xml" Id="R988bdc9a1e73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4c6c4d734704" /><Relationship Type="http://schemas.openxmlformats.org/officeDocument/2006/relationships/notesSlide" Target="/ppt/notesSlides/notesSlide4.xml" Id="Rdf276cdd6d07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65CA3C-3F2A-4CCE-B85D-FF4C4B2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아람 산업단지 폐수처리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EB1C7D80-7031-4C0C-9208-854F873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P08 | 2018-06-22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C30717F6-D3A2-4DD3-ACA0-484615C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처리용량 4만 m3/day, 조정조 2기, 고도처리동 1개소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96A5C3D8-D9E9-4152-AEF0-CF5FEFF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설계시공 일괄  /  USD 96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24개월  /  당사 JV 지분 75%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D1F34087-2482-466D-BBB2-E4FEF5F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1.1 million 승인, 미승인 추가원가 0.80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515277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144F1A-1563-4ED2-9BD8-B9968BB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원수 성상 변경과 성능보증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FE29EED4-7473-496F-9CAB-F09F462A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P08 | 2018-06-22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EDF758D1-5364-4AF7-AD82-3A10080C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 기준보다 높은 염분과 유입부하가 들어와 막처리 성능시험을 재수행했다.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866930D3-C6F9-4F47-9B8D-246FEA0D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유입수 허용범위를 계약 부속표로 다시 확인하고 전처리 보완비를 변경협의했다.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33BD2CA7-E752-48F2-96E4-949C420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17일 / 승인 EOT 13일 / 추가원가 1.9 USD million</a:t>
            </a:r>
          </a:p>
        </p:txBody>
      </p:sp>
    </p:spTree>
    <p:extLst>
      <p:ext uri="{BB962C8B-B14F-4D97-AF65-F5344CB8AC3E}">
        <p14:creationId xmlns:p14="http://schemas.microsoft.com/office/powerpoint/2010/main" val="1802800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7295D4-9EFE-413E-8420-303C5D48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10FBCC9E-B9FE-4321-9D4A-A68037C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P08 | 2018-06-22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97.1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86.38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0.192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10.5280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245CF6E6-E262-4165-91B0-8B0E0AFB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885413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22B268E-C715-4AF7-A4FA-933F60C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EF56F3A-F836-44D8-9DFE-9C4C6334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P08 | 2018-06-22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CA7A870-8EFB-434B-91B7-A7334914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수처리 성능보증은 유입수 범위와 함께 비교한다. 산업폐수 수치를 음용 정수장 기준으로 직접 옮기지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5E61A70C-8545-471D-8153-76887C1C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시약 변경은 공정 성능과 배출 조건을 확인한 뒤 승인받는다.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ECD3FA9F-627B-44C3-B101-4ACB9B4F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916470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2026-09-20T13:12:18.0570000Z</dcterms:created>
  <dcterms:modified xsi:type="dcterms:W3CDTF">2026-09-20T13:12:18.0570000Z</dcterms:modified>
</coreProperties>
</file>