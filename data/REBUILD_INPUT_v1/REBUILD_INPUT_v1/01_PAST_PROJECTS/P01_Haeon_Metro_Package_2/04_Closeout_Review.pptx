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6d414357744fce" /><Relationship Type="http://schemas.openxmlformats.org/officeDocument/2006/relationships/extended-properties" Target="/docProps/app.xml" Id="R7c14ebd367294032" /><Relationship Type="http://schemas.openxmlformats.org/officeDocument/2006/relationships/officeDocument" Target="/ppt/presentation.xml" Id="Reeb04ac352334c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f0d707a48c473d"/>
  </p:sldMasterIdLst>
  <p:notesMasterIdLst>
    <p:notesMasterId xmlns:r="http://schemas.openxmlformats.org/officeDocument/2006/relationships" r:id="R76b991350a2c46af"/>
  </p:notesMasterIdLst>
  <p:sldIdLst>
    <p:sldId xmlns:r="http://schemas.openxmlformats.org/officeDocument/2006/relationships" id="256" r:id="Rb882904b729241d9"/>
    <p:sldId xmlns:r="http://schemas.openxmlformats.org/officeDocument/2006/relationships" id="257" r:id="Rcdd8e5b7b37c40db"/>
    <p:sldId xmlns:r="http://schemas.openxmlformats.org/officeDocument/2006/relationships" id="258" r:id="Ra6b6860cff904d49"/>
    <p:sldId xmlns:r="http://schemas.openxmlformats.org/officeDocument/2006/relationships" id="259" r:id="Rd4f65d05bd8c41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1fb1f2b7ac4694" /><Relationship Type="http://schemas.openxmlformats.org/officeDocument/2006/relationships/slideMaster" Target="/ppt/slideMasters/slideMaster1.xml" Id="Rb6f0d707a48c473d" /><Relationship Type="http://schemas.openxmlformats.org/officeDocument/2006/relationships/notesMaster" Target="/ppt/notesMasters/notesMaster1.xml" Id="R76b991350a2c46af" /><Relationship Type="http://schemas.openxmlformats.org/officeDocument/2006/relationships/presProps" Target="/ppt/presProps.xml" Id="R7db622d2a2984f89" /><Relationship Type="http://schemas.openxmlformats.org/officeDocument/2006/relationships/tableStyles" Target="/ppt/tableStyles.xml" Id="R97a0d08a1f6940ef" /><Relationship Type="http://schemas.openxmlformats.org/officeDocument/2006/relationships/slide" Target="/ppt/slides/slide1.xml" Id="Rb882904b729241d9" /><Relationship Type="http://schemas.openxmlformats.org/officeDocument/2006/relationships/slide" Target="/ppt/slides/slide2.xml" Id="Rcdd8e5b7b37c40db" /><Relationship Type="http://schemas.openxmlformats.org/officeDocument/2006/relationships/slide" Target="/ppt/slides/slide3.xml" Id="Ra6b6860cff904d49" /><Relationship Type="http://schemas.openxmlformats.org/officeDocument/2006/relationships/slide" Target="/ppt/slides/slide4.xml" Id="Rd4f65d05bd8c41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13267c3d4142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e7e23db26b48c8" /><Relationship Type="http://schemas.openxmlformats.org/officeDocument/2006/relationships/notesMaster" Target="/ppt/notesMasters/notesMaster1.xml" Id="R5fefb333082248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780bdbd54643ae" /><Relationship Type="http://schemas.openxmlformats.org/officeDocument/2006/relationships/notesMaster" Target="/ppt/notesMasters/notesMaster1.xml" Id="Rbb9b208c08e849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075319dd81406a" /><Relationship Type="http://schemas.openxmlformats.org/officeDocument/2006/relationships/notesMaster" Target="/ppt/notesMasters/notesMaster1.xml" Id="Rf6662369ee614c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504572944f4d1b" /><Relationship Type="http://schemas.openxmlformats.org/officeDocument/2006/relationships/notesMaster" Target="/ppt/notesMasters/notesMaster1.xml" Id="R7edc73307bfa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P01-BRF-001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P01-LL01; P01-MOM-001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P01-COM-001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P01-LL01, P01-LL02, P01-ITB-001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a85f045d746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87fa7d66cf48d2" /><Relationship Type="http://schemas.openxmlformats.org/officeDocument/2006/relationships/slideLayout" Target="/ppt/slideLayouts/slideLayout1.xml" Id="Rf7be39aa3a9943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be39aa3a9943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a17924ebe4201" /><Relationship Type="http://schemas.openxmlformats.org/officeDocument/2006/relationships/notesSlide" Target="/ppt/notesSlides/notesSlide1.xml" Id="R0725c20bd9164e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4c5c4bd7142c9" /><Relationship Type="http://schemas.openxmlformats.org/officeDocument/2006/relationships/notesSlide" Target="/ppt/notesSlides/notesSlide2.xml" Id="Rbf075aa338444b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568342cd143dc" /><Relationship Type="http://schemas.openxmlformats.org/officeDocument/2006/relationships/notesSlide" Target="/ppt/notesSlides/notesSlide3.xml" Id="Rb518ea78888e4c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60b6561b741c0" /><Relationship Type="http://schemas.openxmlformats.org/officeDocument/2006/relationships/notesSlide" Target="/ppt/notesSlides/notesSlide4.xml" Id="R4b7cbcba14f646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D5BE422-6D55-4EEA-BB55-835A541C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해온 도시철도 2공구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37DE2BE9-0C01-4A6D-8397-FAC09B04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P01 | 2018-05-25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25D25030-3C58-4A43-BEFC-61D448ED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지하정거장 3개소, 복선터널 3.8 km, 지장물 이설 27개소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39E8A561-9AC4-4724-9200-4DB47470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실측정산  /  USD 286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38개월  /  당사 JV 지분 55%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0847969E-ED43-4BF0-AAAE-1E905F19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3.1 million 승인, 미승인 추가원가 1.70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88979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7B863EA-D319-4C82-B62E-586E996C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지하수 유입과 방류허가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4DF8F827-E534-4EB4-9A37-068AFA37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P01 | 2018-05-25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654CB360-D5B4-43F5-B6B0-0F1052B4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S2 정거장 굴착 중 담수 유입량이 35에서 60 m3/h로 증가했다. 기존 집수조의 침전 시간이 부족해 방류가 6일 중단됐다.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23EB64B3-CE60-4FAE-8F85-0ECA3AA6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차수벽 접합부 주입과 침전조 증설을 병행하고 방류량 일지를 허가 담당자에게 매일 제출했다.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56EEA758-D29B-48DA-A0E6-16DED6F9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24일 / 승인 EOT 22일 / 추가원가 4.8 USD million</a:t>
            </a:r>
          </a:p>
        </p:txBody>
      </p:sp>
    </p:spTree>
    <p:extLst>
      <p:ext uri="{BB962C8B-B14F-4D97-AF65-F5344CB8AC3E}">
        <p14:creationId xmlns:p14="http://schemas.microsoft.com/office/powerpoint/2010/main" val="1796113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24CC209-A5AD-4CCB-9D3E-36812FE4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58E49A48-C45F-4F09-B4E6-28FE6E7F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P01 | 2018-05-25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USD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289.1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256.48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0.286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32.3340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ACD8DD00-5F59-4CB3-ACDD-FB095694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460395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5F0E971-6B61-440A-8801-23BB069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70F5B52F-96FD-45F0-9B68-CB90BAAB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P01 | 2018-05-25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41F9919B-93BE-4EFC-A1AE-AAB27F9C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충적층 개착에는 조사 순서를 재사용하되 펌프 용량은 유입량과 허가량을 다시 산정한다. 염수 현장에는 담수 침전 방식만 적용할 수 없다.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698509DC-C922-4579-8DC6-4A0A62E7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설계도면만으로 지장물 위치를 확정하지 않고 탐사와 시험굴착 결과를 함께 확인한다.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110720A9-57EE-424B-A8FC-7E810E85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28일은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93785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2026-09-20T13:11:23.6560000Z</dcterms:created>
  <dcterms:modified xsi:type="dcterms:W3CDTF">2026-09-20T13:11:23.6570000Z</dcterms:modified>
</coreProperties>
</file>