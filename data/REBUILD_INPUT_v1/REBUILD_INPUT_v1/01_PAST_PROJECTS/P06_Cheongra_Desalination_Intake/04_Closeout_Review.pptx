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af335fba74de2" /><Relationship Type="http://schemas.openxmlformats.org/officeDocument/2006/relationships/extended-properties" Target="/docProps/app.xml" Id="Rbcf469ad6c374d93" /><Relationship Type="http://schemas.openxmlformats.org/officeDocument/2006/relationships/officeDocument" Target="/ppt/presentation.xml" Id="R921067fe09e0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eb6ea0c28e4bf1"/>
  </p:sldMasterIdLst>
  <p:notesMasterIdLst>
    <p:notesMasterId xmlns:r="http://schemas.openxmlformats.org/officeDocument/2006/relationships" r:id="R0a6ee6a7ed634405"/>
  </p:notesMasterIdLst>
  <p:sldIdLst>
    <p:sldId xmlns:r="http://schemas.openxmlformats.org/officeDocument/2006/relationships" id="256" r:id="Rc3ac34006b7a42e6"/>
    <p:sldId xmlns:r="http://schemas.openxmlformats.org/officeDocument/2006/relationships" id="257" r:id="Rc1b5ccb7b1104935"/>
    <p:sldId xmlns:r="http://schemas.openxmlformats.org/officeDocument/2006/relationships" id="258" r:id="Rc8d588c53b824ebb"/>
    <p:sldId xmlns:r="http://schemas.openxmlformats.org/officeDocument/2006/relationships" id="259" r:id="R2fd50eb541bd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f7b08d9624b9d" /><Relationship Type="http://schemas.openxmlformats.org/officeDocument/2006/relationships/slideMaster" Target="/ppt/slideMasters/slideMaster1.xml" Id="Rf3eb6ea0c28e4bf1" /><Relationship Type="http://schemas.openxmlformats.org/officeDocument/2006/relationships/notesMaster" Target="/ppt/notesMasters/notesMaster1.xml" Id="R0a6ee6a7ed634405" /><Relationship Type="http://schemas.openxmlformats.org/officeDocument/2006/relationships/presProps" Target="/ppt/presProps.xml" Id="R8206bd885f6e4739" /><Relationship Type="http://schemas.openxmlformats.org/officeDocument/2006/relationships/tableStyles" Target="/ppt/tableStyles.xml" Id="R0dbe3918ad574aaa" /><Relationship Type="http://schemas.openxmlformats.org/officeDocument/2006/relationships/slide" Target="/ppt/slides/slide1.xml" Id="Rc3ac34006b7a42e6" /><Relationship Type="http://schemas.openxmlformats.org/officeDocument/2006/relationships/slide" Target="/ppt/slides/slide2.xml" Id="Rc1b5ccb7b1104935" /><Relationship Type="http://schemas.openxmlformats.org/officeDocument/2006/relationships/slide" Target="/ppt/slides/slide3.xml" Id="Rc8d588c53b824ebb" /><Relationship Type="http://schemas.openxmlformats.org/officeDocument/2006/relationships/slide" Target="/ppt/slides/slide4.xml" Id="R2fd50eb541bd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45eda7edc4c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158e69d47b471c" /><Relationship Type="http://schemas.openxmlformats.org/officeDocument/2006/relationships/notesMaster" Target="/ppt/notesMasters/notesMaster1.xml" Id="R203b907a020a40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d575931f049fa" /><Relationship Type="http://schemas.openxmlformats.org/officeDocument/2006/relationships/notesMaster" Target="/ppt/notesMasters/notesMaster1.xml" Id="R45ad5a1471fa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efaf00ec2458d" /><Relationship Type="http://schemas.openxmlformats.org/officeDocument/2006/relationships/notesMaster" Target="/ppt/notesMasters/notesMaster1.xml" Id="Rbcd570969f8d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088fb2441a4c92" /><Relationship Type="http://schemas.openxmlformats.org/officeDocument/2006/relationships/notesMaster" Target="/ppt/notesMasters/notesMaster1.xml" Id="R2672ad253613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P06-LL01; P06-MOM-001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P06-LL01, P06-LL02, P06-ITB-001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038f54f414e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418f06c62495f" /><Relationship Type="http://schemas.openxmlformats.org/officeDocument/2006/relationships/slideLayout" Target="/ppt/slideLayouts/slideLayout1.xml" Id="R407e519a4dc641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e519a4dc641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4797c2681499a" /><Relationship Type="http://schemas.openxmlformats.org/officeDocument/2006/relationships/notesSlide" Target="/ppt/notesSlides/notesSlide1.xml" Id="R80f6a45bd16f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abc8bc2324ef1" /><Relationship Type="http://schemas.openxmlformats.org/officeDocument/2006/relationships/notesSlide" Target="/ppt/notesSlides/notesSlide2.xml" Id="R592293a8533e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399b290004a52" /><Relationship Type="http://schemas.openxmlformats.org/officeDocument/2006/relationships/notesSlide" Target="/ppt/notesSlides/notesSlide3.xml" Id="R82e273513dd9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808d37ac54166" /><Relationship Type="http://schemas.openxmlformats.org/officeDocument/2006/relationships/notesSlide" Target="/ppt/notesSlides/notesSlide4.xml" Id="R34427fbfa0d6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E451AC1-1136-4355-8AEB-0C37DB18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청라 해수담수화 취수시설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252BAEB2-BA66-436F-877D-5728855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P06 | 2023-02-20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6BEFCAF0-99CC-439C-AF02-C99CF66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취수능력 12만 m3/day, 취수관 2.6 km, 펌프장 1개소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147CBD42-AC3F-4F39-AEB3-EA5E1BE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설계시공 일괄  /  USD 221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34개월  /  당사 JV 지분 60%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CE143ACA-8DB1-4776-81D6-0FA3CAB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2.7 million 승인, 미승인 추가원가 1.60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864943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371B51-73BC-431D-A318-0502CA45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염수 배수와 처리설비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35A14AB-9A46-4ADA-AAD4-BE2C502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P06 | 2023-02-20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8669A90F-5240-4973-9C1B-AB39012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굴착수 염화물 농도 8200 mg/L로 인해 담수용 방류처리안 승인을 받지 못했다.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1E45D1C6-3A24-44AB-A2BF-577C97CA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내염성 펌프와 별도 저장조를 사용하고 임시처리 후 지정 방류지점으로 이송했다.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1E479D45-65C7-4544-9619-E4EA27A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21일 / 승인 EOT 19일 / 추가원가 4.3 USD million</a:t>
            </a:r>
          </a:p>
        </p:txBody>
      </p:sp>
    </p:spTree>
    <p:extLst>
      <p:ext uri="{BB962C8B-B14F-4D97-AF65-F5344CB8AC3E}">
        <p14:creationId xmlns:p14="http://schemas.microsoft.com/office/powerpoint/2010/main" val="1622145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97F3B2-4AF5-442C-BCD3-E41F6EF7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51A0816-3F84-43B1-9D77-88B8D3A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P06 | 2023-02-20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223.7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198.78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0.221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24.6990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2F829E8B-6E2F-4D0A-A6EF-A701A9C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284072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8C8727-BAB3-4748-B792-37DC2C38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119F88C-1155-48B7-84FD-D2FB6390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P06 | 2023-02-20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1A89140-897E-48C4-A0F1-63A3F08E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염수 영향 현장에는 수질 분석과 처리경로 검토 절차를 적용한다. 과거 처리단가와 설비 용량은 유량·수질·허가 조건에 맞춰 다시 산정한다.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23CE9968-E802-4EF2-86D3-803BBDD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승인도서 제출과 제작 착수의 선행조건을 구매 일정에 명시한다.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AE18E793-81FA-48B5-9919-CE9ED84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72676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2026-09-20T13:12:12.1370000Z</dcterms:created>
  <dcterms:modified xsi:type="dcterms:W3CDTF">2026-09-20T13:12:12.1370000Z</dcterms:modified>
</coreProperties>
</file>