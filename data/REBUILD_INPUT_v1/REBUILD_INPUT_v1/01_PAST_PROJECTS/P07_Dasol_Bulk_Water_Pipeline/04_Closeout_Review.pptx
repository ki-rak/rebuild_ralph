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d63afc688f42e5" /><Relationship Type="http://schemas.openxmlformats.org/officeDocument/2006/relationships/extended-properties" Target="/docProps/app.xml" Id="R2f5d049133434c6f" /><Relationship Type="http://schemas.openxmlformats.org/officeDocument/2006/relationships/officeDocument" Target="/ppt/presentation.xml" Id="Ra5414f083a2f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39365a89f4e9a"/>
  </p:sldMasterIdLst>
  <p:notesMasterIdLst>
    <p:notesMasterId xmlns:r="http://schemas.openxmlformats.org/officeDocument/2006/relationships" r:id="R5d4b4e60f580488d"/>
  </p:notesMasterIdLst>
  <p:sldIdLst>
    <p:sldId xmlns:r="http://schemas.openxmlformats.org/officeDocument/2006/relationships" id="256" r:id="R8fcd09b0adec45f4"/>
    <p:sldId xmlns:r="http://schemas.openxmlformats.org/officeDocument/2006/relationships" id="257" r:id="Ra51c8ba3f6b14c8e"/>
    <p:sldId xmlns:r="http://schemas.openxmlformats.org/officeDocument/2006/relationships" id="258" r:id="Rb41f0c5e2453427c"/>
    <p:sldId xmlns:r="http://schemas.openxmlformats.org/officeDocument/2006/relationships" id="259" r:id="R811f561b912e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a222332f5142eb" /><Relationship Type="http://schemas.openxmlformats.org/officeDocument/2006/relationships/slideMaster" Target="/ppt/slideMasters/slideMaster1.xml" Id="R35239365a89f4e9a" /><Relationship Type="http://schemas.openxmlformats.org/officeDocument/2006/relationships/notesMaster" Target="/ppt/notesMasters/notesMaster1.xml" Id="R5d4b4e60f580488d" /><Relationship Type="http://schemas.openxmlformats.org/officeDocument/2006/relationships/presProps" Target="/ppt/presProps.xml" Id="Rbc04bd52407849d1" /><Relationship Type="http://schemas.openxmlformats.org/officeDocument/2006/relationships/tableStyles" Target="/ppt/tableStyles.xml" Id="R4b4db15f6d32420e" /><Relationship Type="http://schemas.openxmlformats.org/officeDocument/2006/relationships/slide" Target="/ppt/slides/slide1.xml" Id="R8fcd09b0adec45f4" /><Relationship Type="http://schemas.openxmlformats.org/officeDocument/2006/relationships/slide" Target="/ppt/slides/slide2.xml" Id="Ra51c8ba3f6b14c8e" /><Relationship Type="http://schemas.openxmlformats.org/officeDocument/2006/relationships/slide" Target="/ppt/slides/slide3.xml" Id="Rb41f0c5e2453427c" /><Relationship Type="http://schemas.openxmlformats.org/officeDocument/2006/relationships/slide" Target="/ppt/slides/slide4.xml" Id="R811f561b912e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45a5c2f377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b745b43b74f60" /><Relationship Type="http://schemas.openxmlformats.org/officeDocument/2006/relationships/notesMaster" Target="/ppt/notesMasters/notesMaster1.xml" Id="R87e448b3ae6a4b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7ce3546ccf40a0" /><Relationship Type="http://schemas.openxmlformats.org/officeDocument/2006/relationships/notesMaster" Target="/ppt/notesMasters/notesMaster1.xml" Id="Rbd40d07d768c46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42ba09824b4453" /><Relationship Type="http://schemas.openxmlformats.org/officeDocument/2006/relationships/notesMaster" Target="/ppt/notesMasters/notesMaster1.xml" Id="Re615aaeb685842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a08f0bf244d00" /><Relationship Type="http://schemas.openxmlformats.org/officeDocument/2006/relationships/notesMaster" Target="/ppt/notesMasters/notesMaster1.xml" Id="R5ab6c335202b48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P07-LL01; P07-MOM-001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P07-LL01, P07-LL02, P07-ITB-001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b151c802142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fd4d2fd1ff47d1" /><Relationship Type="http://schemas.openxmlformats.org/officeDocument/2006/relationships/slideLayout" Target="/ppt/slideLayouts/slideLayout1.xml" Id="R8ad0c8b5ab5144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d0c8b5ab5144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438ab3152402c" /><Relationship Type="http://schemas.openxmlformats.org/officeDocument/2006/relationships/notesSlide" Target="/ppt/notesSlides/notesSlide1.xml" Id="R7ccdc81d00d6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4089be70c4f8e" /><Relationship Type="http://schemas.openxmlformats.org/officeDocument/2006/relationships/notesSlide" Target="/ppt/notesSlides/notesSlide2.xml" Id="R2b9bedf4798847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8cda76e674d5d" /><Relationship Type="http://schemas.openxmlformats.org/officeDocument/2006/relationships/notesSlide" Target="/ppt/notesSlides/notesSlide3.xml" Id="R1c06e166ccbb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cbddfc7ca4e2f" /><Relationship Type="http://schemas.openxmlformats.org/officeDocument/2006/relationships/notesSlide" Target="/ppt/notesSlides/notesSlide4.xml" Id="Rda404568782c4e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39DD1D-365C-4721-A334-8DE764B4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다솔 광역송수관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1A0CADAE-279B-4991-B423-63017D21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P07 | 2017-08-01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8CC681B8-953C-4B1D-8AAF-A8C1F16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송수관 DN1400 31 km, 하천횡단 3개, 가압장 2개소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0DB766D7-5FE0-4146-83C1-E8EB31B2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실측정산  /  KRW 182,000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26개월  /  당사 JV 지분 65%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531E686A-6B1B-49C2-AEDC-DC25DD4B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2200 million 승인, 미승인 추가원가 900.00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673168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AED23AD-6081-43B9-A501-8AEA268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통행권 지연과 관로 우회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BFCAE2C-EC50-4F52-86F7-B47E3F8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P07 | 2017-08-01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1DD36252-6DC3-4016-B4A4-ED80D8CF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농경지 3개 필지 통행권 미확보로 1.8 km 관로 구간에 접근할 수 없었다.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97C73B7F-3F0B-4E8A-8A78-9CB3F18C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작업 가능한 구간을 분리하고 우회안과 소유자 협의 내역을 발주처에 제출했다.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46CE288F-4CE8-4382-9208-459B6FA9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28일 / 승인 EOT 25일 / 추가원가 3100 KRW million</a:t>
            </a:r>
          </a:p>
        </p:txBody>
      </p:sp>
    </p:spTree>
    <p:extLst>
      <p:ext uri="{BB962C8B-B14F-4D97-AF65-F5344CB8AC3E}">
        <p14:creationId xmlns:p14="http://schemas.microsoft.com/office/powerpoint/2010/main" val="820386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E34A55-0E74-461B-B122-5EC4688C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6AEAFFF-042A-4650-84D8-1E9ED09C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P07 | 2017-08-01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KRW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182000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184200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163260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273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20667.0000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FCFB25C3-EEE5-4F7C-BB37-DE24CBC4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1160091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1935320-EB09-4AC3-A333-9247F2F8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F3E6AA68-6EBA-42E3-88AC-6DCAB81E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P07 | 2017-08-01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A0BC871-EE90-4303-BCB8-CB6FF1A6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선형 공사의 구간별 인도와 접근권 확인에 적용한다. 현장 전체가 인도됐다고 가정하지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B15F6464-7149-4D98-BF11-F73E702D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관로 재질과 용접 검사 기준을 확인한 후 시험 계획을 재사용한다.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E56A838D-E8AA-4363-A265-09CAE2AD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28일은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267118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2026-09-20T13:12:15.1570000Z</dcterms:created>
  <dcterms:modified xsi:type="dcterms:W3CDTF">2026-09-20T13:12:15.1570000Z</dcterms:modified>
</coreProperties>
</file>