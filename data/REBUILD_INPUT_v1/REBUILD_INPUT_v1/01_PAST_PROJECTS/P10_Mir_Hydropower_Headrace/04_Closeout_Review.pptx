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df67247f834df2" /><Relationship Type="http://schemas.openxmlformats.org/officeDocument/2006/relationships/extended-properties" Target="/docProps/app.xml" Id="R1aff1f83721f4aa7" /><Relationship Type="http://schemas.openxmlformats.org/officeDocument/2006/relationships/officeDocument" Target="/ppt/presentation.xml" Id="Rb2171e0a736647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b60eb061342d4"/>
  </p:sldMasterIdLst>
  <p:notesMasterIdLst>
    <p:notesMasterId xmlns:r="http://schemas.openxmlformats.org/officeDocument/2006/relationships" r:id="Rdac3bc4621bf4453"/>
  </p:notesMasterIdLst>
  <p:sldIdLst>
    <p:sldId xmlns:r="http://schemas.openxmlformats.org/officeDocument/2006/relationships" id="256" r:id="Re0a00f96a6b74a6e"/>
    <p:sldId xmlns:r="http://schemas.openxmlformats.org/officeDocument/2006/relationships" id="257" r:id="R4b90fd18480947ef"/>
    <p:sldId xmlns:r="http://schemas.openxmlformats.org/officeDocument/2006/relationships" id="258" r:id="R7fcbc97c92b94cd9"/>
    <p:sldId xmlns:r="http://schemas.openxmlformats.org/officeDocument/2006/relationships" id="259" r:id="R97cc9ae1f14c4c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f83267da14c17" /><Relationship Type="http://schemas.openxmlformats.org/officeDocument/2006/relationships/slideMaster" Target="/ppt/slideMasters/slideMaster1.xml" Id="Ra03b60eb061342d4" /><Relationship Type="http://schemas.openxmlformats.org/officeDocument/2006/relationships/notesMaster" Target="/ppt/notesMasters/notesMaster1.xml" Id="Rdac3bc4621bf4453" /><Relationship Type="http://schemas.openxmlformats.org/officeDocument/2006/relationships/presProps" Target="/ppt/presProps.xml" Id="R7c4d22ae00b34b88" /><Relationship Type="http://schemas.openxmlformats.org/officeDocument/2006/relationships/tableStyles" Target="/ppt/tableStyles.xml" Id="Re737d98d423f4a7e" /><Relationship Type="http://schemas.openxmlformats.org/officeDocument/2006/relationships/slide" Target="/ppt/slides/slide1.xml" Id="Re0a00f96a6b74a6e" /><Relationship Type="http://schemas.openxmlformats.org/officeDocument/2006/relationships/slide" Target="/ppt/slides/slide2.xml" Id="R4b90fd18480947ef" /><Relationship Type="http://schemas.openxmlformats.org/officeDocument/2006/relationships/slide" Target="/ppt/slides/slide3.xml" Id="R7fcbc97c92b94cd9" /><Relationship Type="http://schemas.openxmlformats.org/officeDocument/2006/relationships/slide" Target="/ppt/slides/slide4.xml" Id="R97cc9ae1f14c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af4d9fbc3f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c542a00ff46f7" /><Relationship Type="http://schemas.openxmlformats.org/officeDocument/2006/relationships/notesMaster" Target="/ppt/notesMasters/notesMaster1.xml" Id="Refd93e84c05c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db4394a6c4f66" /><Relationship Type="http://schemas.openxmlformats.org/officeDocument/2006/relationships/notesMaster" Target="/ppt/notesMasters/notesMaster1.xml" Id="Redc10c585d584f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4de3379334a6c" /><Relationship Type="http://schemas.openxmlformats.org/officeDocument/2006/relationships/notesMaster" Target="/ppt/notesMasters/notesMaster1.xml" Id="R88aad8c40a91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197914ed5044d8" /><Relationship Type="http://schemas.openxmlformats.org/officeDocument/2006/relationships/notesMaster" Target="/ppt/notesMasters/notesMaster1.xml" Id="R10211725ca4c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P10-LL01; P10-MOM-001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P10-LL01, P10-LL02, P10-ITB-001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7b291fda9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5beb50ab340ec" /><Relationship Type="http://schemas.openxmlformats.org/officeDocument/2006/relationships/slideLayout" Target="/ppt/slideLayouts/slideLayout1.xml" Id="Rcab57d2b187549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b57d2b1875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5c565bf25464c" /><Relationship Type="http://schemas.openxmlformats.org/officeDocument/2006/relationships/notesSlide" Target="/ppt/notesSlides/notesSlide1.xml" Id="R8a3d9141375a4e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7ceec0ba04670" /><Relationship Type="http://schemas.openxmlformats.org/officeDocument/2006/relationships/notesSlide" Target="/ppt/notesSlides/notesSlide2.xml" Id="R502582c87e4b48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d3ec8e8fa456d" /><Relationship Type="http://schemas.openxmlformats.org/officeDocument/2006/relationships/notesSlide" Target="/ppt/notesSlides/notesSlide3.xml" Id="Ra1f24c5cb03c46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55d5e7bbf4d70" /><Relationship Type="http://schemas.openxmlformats.org/officeDocument/2006/relationships/notesSlide" Target="/ppt/notesSlides/notesSlide4.xml" Id="R5040f2b7e4f2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C80475-3D51-4082-B0BC-A8180DC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미르 수력발전 도수터널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93E4342-8D3B-4159-98C4-642B68F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P10 | 2022-05-07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FA5D410F-E988-4ADD-B7A9-A7B15EC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도수터널 9.2 km, 조압수조 1개, 발전수로 1.4 km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136E3FE1-771E-415C-AAD3-897D2DA7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실측정산  /  USD 318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48개월  /  당사 JV 지분 40%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4A009D2B-2C6C-4CD1-9901-B99562A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5.5 million 승인, 미승인 추가원가 2.70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60562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3E0171-7EF5-4A2E-B66B-DE9BA0EB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고수압 파쇄대와 굴진 중단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933A0BF-116A-41C5-A83E-3E3CC80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P10 | 2022-05-07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526B24FA-10AB-4115-A239-392E3CFB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도수터널 전방 파쇄대에서 유입량 95 m3/h를 기록해 TBM 정비공간을 확보하지 못했다.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3BF44B47-DCE1-47C3-8B05-11CD93B4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전방 주입 후 우회 배수관을 설치하고 유입량 안정 확인 뒤 굴진을 재개했다.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2BC64653-2F13-4B31-A72E-4A47D73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43일 / 승인 EOT 37일 / 추가원가 8.2 USD million</a:t>
            </a:r>
          </a:p>
        </p:txBody>
      </p:sp>
    </p:spTree>
    <p:extLst>
      <p:ext uri="{BB962C8B-B14F-4D97-AF65-F5344CB8AC3E}">
        <p14:creationId xmlns:p14="http://schemas.microsoft.com/office/powerpoint/2010/main" val="739472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895B94-EA35-49DE-ACE7-8D1FA34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A3102C26-2BEE-4FCE-8A64-2DE3855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P10 | 2022-05-07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323.5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288.04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0.954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34.5060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085BBD6F-B1E7-4DB4-B9E3-ABCBB98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41421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4A08ED-0464-4691-B066-ECC9A6C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A7B02377-B932-455A-9EA8-83406FC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P10 | 2022-05-07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B0DCADA-BE3C-4A8E-97A8-60C16F4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압력수 터널의 조사와 비상 대응에 참고한다. 도시 침하 민감 구역에는 무제한 배수를 적용하지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232649B9-B56D-4BDA-9545-5C8D6E5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장비 고장 영향과 조달 리드타임을 함께 비교한다.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F53FD6D3-3970-4A7F-84C4-1FA255E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28일은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2659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2026-09-20T13:12:23.7970000Z</dcterms:created>
  <dcterms:modified xsi:type="dcterms:W3CDTF">2026-09-20T13:12:23.7970000Z</dcterms:modified>
</coreProperties>
</file>