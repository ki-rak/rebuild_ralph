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ba49d40f4478b" /><Relationship Type="http://schemas.openxmlformats.org/officeDocument/2006/relationships/extended-properties" Target="/docProps/app.xml" Id="R7ef58c4d5c8a49b5" /><Relationship Type="http://schemas.openxmlformats.org/officeDocument/2006/relationships/officeDocument" Target="/ppt/presentation.xml" Id="R242a5fe34232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c550b2d344b8a"/>
  </p:sldMasterIdLst>
  <p:notesMasterIdLst>
    <p:notesMasterId xmlns:r="http://schemas.openxmlformats.org/officeDocument/2006/relationships" r:id="Ra98745f16dad4cc2"/>
  </p:notesMasterIdLst>
  <p:sldIdLst>
    <p:sldId xmlns:r="http://schemas.openxmlformats.org/officeDocument/2006/relationships" id="256" r:id="R275b9feb05864058"/>
    <p:sldId xmlns:r="http://schemas.openxmlformats.org/officeDocument/2006/relationships" id="257" r:id="Rad343cf63e4d40dc"/>
    <p:sldId xmlns:r="http://schemas.openxmlformats.org/officeDocument/2006/relationships" id="258" r:id="R35d818e623e345be"/>
    <p:sldId xmlns:r="http://schemas.openxmlformats.org/officeDocument/2006/relationships" id="259" r:id="Ra78038367159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c7ea0e3a74c8a" /><Relationship Type="http://schemas.openxmlformats.org/officeDocument/2006/relationships/slideMaster" Target="/ppt/slideMasters/slideMaster1.xml" Id="R221c550b2d344b8a" /><Relationship Type="http://schemas.openxmlformats.org/officeDocument/2006/relationships/notesMaster" Target="/ppt/notesMasters/notesMaster1.xml" Id="Ra98745f16dad4cc2" /><Relationship Type="http://schemas.openxmlformats.org/officeDocument/2006/relationships/presProps" Target="/ppt/presProps.xml" Id="R35783f74def44380" /><Relationship Type="http://schemas.openxmlformats.org/officeDocument/2006/relationships/tableStyles" Target="/ppt/tableStyles.xml" Id="Raefbdfb4ec1f47fb" /><Relationship Type="http://schemas.openxmlformats.org/officeDocument/2006/relationships/slide" Target="/ppt/slides/slide1.xml" Id="R275b9feb05864058" /><Relationship Type="http://schemas.openxmlformats.org/officeDocument/2006/relationships/slide" Target="/ppt/slides/slide2.xml" Id="Rad343cf63e4d40dc" /><Relationship Type="http://schemas.openxmlformats.org/officeDocument/2006/relationships/slide" Target="/ppt/slides/slide3.xml" Id="R35d818e623e345be" /><Relationship Type="http://schemas.openxmlformats.org/officeDocument/2006/relationships/slide" Target="/ppt/slides/slide4.xml" Id="Ra78038367159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a88a4ea6e1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331084ef24a0a" /><Relationship Type="http://schemas.openxmlformats.org/officeDocument/2006/relationships/notesMaster" Target="/ppt/notesMasters/notesMaster1.xml" Id="Rbd7eee9dd98147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39e847d8c481d" /><Relationship Type="http://schemas.openxmlformats.org/officeDocument/2006/relationships/notesMaster" Target="/ppt/notesMasters/notesMaster1.xml" Id="Rfded122fe092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bead30050467a" /><Relationship Type="http://schemas.openxmlformats.org/officeDocument/2006/relationships/notesMaster" Target="/ppt/notesMasters/notesMaster1.xml" Id="Rc694d74bd70944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3986571f94d46" /><Relationship Type="http://schemas.openxmlformats.org/officeDocument/2006/relationships/notesMaster" Target="/ppt/notesMasters/notesMaster1.xml" Id="Rae99c6f9b85945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P11-LL01; P11-MOM-001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P11-LL01, P11-LL02, P11-ITB-001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77a94d672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88a1dcabc486a" /><Relationship Type="http://schemas.openxmlformats.org/officeDocument/2006/relationships/slideLayout" Target="/ppt/slideLayouts/slideLayout1.xml" Id="Ra0ca9925d1ed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ca9925d1ed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d02beb3594a7c" /><Relationship Type="http://schemas.openxmlformats.org/officeDocument/2006/relationships/notesSlide" Target="/ppt/notesSlides/notesSlide1.xml" Id="R0280c1b805b7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57bdf9fe54076" /><Relationship Type="http://schemas.openxmlformats.org/officeDocument/2006/relationships/notesSlide" Target="/ppt/notesSlides/notesSlide2.xml" Id="Rc8fd7febbd31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2bff74c94e9f" /><Relationship Type="http://schemas.openxmlformats.org/officeDocument/2006/relationships/notesSlide" Target="/ppt/notesSlides/notesSlide3.xml" Id="R2fc09ae65fe745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a0d8393954087" /><Relationship Type="http://schemas.openxmlformats.org/officeDocument/2006/relationships/notesSlide" Target="/ppt/notesSlides/notesSlide4.xml" Id="R932f0c126acf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BC150C-5F1C-4C0E-BF3C-76031018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온유 홍수저류 지하터널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B926C98-E5D6-41D4-8326-383ECAB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P11 | 2022-09-23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F1A67640-F0AC-4336-A383-A3369E4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저류터널 5.6 km, 수직구 4개, 저류용량 21만 m3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2CC97377-EB8B-42E8-84A5-13C214A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설계시공 일괄  /  EUR 264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40개월  /  당사 JV 지분 55%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4D15F707-5406-4B9E-8674-CB0E43F5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2.2 million 승인, 미승인 추가원가 2.90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645420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79DA26-8F0B-464E-A739-3D537D16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인접 건물 침하와 배수 제한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29825E7-1E45-4689-AFEE-C9D875C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P11 | 2022-09-23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E97D4F6B-93AC-4780-809F-14568F79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수직구 배수 이후 인접 건물 계측값이 주의 기준을 넘어 굴착을 중단했다.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3D3F9A42-694C-4C26-B5D6-86C229B2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차수 보강과 재주입 시험을 시행하고 계측 추세 검토 후 단계적으로 굴착을 재개했다.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85D1FC47-9046-4789-A9BB-CDB8192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26일 / 승인 EOT 24일 / 추가원가 5.1 EUR million</a:t>
            </a:r>
          </a:p>
        </p:txBody>
      </p:sp>
    </p:spTree>
    <p:extLst>
      <p:ext uri="{BB962C8B-B14F-4D97-AF65-F5344CB8AC3E}">
        <p14:creationId xmlns:p14="http://schemas.microsoft.com/office/powerpoint/2010/main" val="1311312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3B4D56-DB94-4608-93D5-9FA4D1E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A2E89CC-0425-4EB4-8C7A-C6A7373B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P11 | 2022-09-23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EUR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266.2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237.42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0.264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28.5160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7999BDB9-934E-4951-B2F4-2C745BE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428297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77FA06-7AA3-4FB0-AC8D-6EE92CD2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A30C3DA-39F7-4EA1-A77B-F7F0781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P11 | 2022-09-23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A84D4BE-0ECA-44B0-BF76-604CC4E8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도시 굴착에는 지하수 저하와 침하를 함께 검토한다. 과거의 계측 경보 수치는 신규 설계 승인 없이 직접 적용하지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34C7C0D7-8C2A-43FA-BA7B-BE9F52CC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계측 경보 수신 확인과 교대 인수인계를 운영 절차에 포함한다.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8478E905-86FA-49B8-A7B8-D59143F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33144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2026-09-20T13:12:26.6750000Z</dcterms:created>
  <dcterms:modified xsi:type="dcterms:W3CDTF">2026-09-20T13:12:26.6750000Z</dcterms:modified>
</coreProperties>
</file>