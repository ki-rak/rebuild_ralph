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6d52e978d94259" /><Relationship Type="http://schemas.openxmlformats.org/officeDocument/2006/relationships/extended-properties" Target="/docProps/app.xml" Id="R57ecd413ed924313" /><Relationship Type="http://schemas.openxmlformats.org/officeDocument/2006/relationships/officeDocument" Target="/ppt/presentation.xml" Id="R6c1ac53554a34e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01a975e53443fb"/>
  </p:sldMasterIdLst>
  <p:notesMasterIdLst>
    <p:notesMasterId xmlns:r="http://schemas.openxmlformats.org/officeDocument/2006/relationships" r:id="R53cb22ae0cd549ed"/>
  </p:notesMasterIdLst>
  <p:sldIdLst>
    <p:sldId xmlns:r="http://schemas.openxmlformats.org/officeDocument/2006/relationships" id="256" r:id="R75e2e346d62a4f51"/>
    <p:sldId xmlns:r="http://schemas.openxmlformats.org/officeDocument/2006/relationships" id="257" r:id="R661adfc58db94277"/>
    <p:sldId xmlns:r="http://schemas.openxmlformats.org/officeDocument/2006/relationships" id="258" r:id="Raa86735cb6b44fae"/>
    <p:sldId xmlns:r="http://schemas.openxmlformats.org/officeDocument/2006/relationships" id="259" r:id="Rb1b3c77f22974a26"/>
    <p:sldId xmlns:r="http://schemas.openxmlformats.org/officeDocument/2006/relationships" id="260" r:id="R006fb89d81e54e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fdb08d90a84e10" /><Relationship Type="http://schemas.openxmlformats.org/officeDocument/2006/relationships/slideMaster" Target="/ppt/slideMasters/slideMaster1.xml" Id="Rd301a975e53443fb" /><Relationship Type="http://schemas.openxmlformats.org/officeDocument/2006/relationships/notesMaster" Target="/ppt/notesMasters/notesMaster1.xml" Id="R53cb22ae0cd549ed" /><Relationship Type="http://schemas.openxmlformats.org/officeDocument/2006/relationships/presProps" Target="/ppt/presProps.xml" Id="Rbf7f4aac656343db" /><Relationship Type="http://schemas.openxmlformats.org/officeDocument/2006/relationships/tableStyles" Target="/ppt/tableStyles.xml" Id="R21ed09471dc04c63" /><Relationship Type="http://schemas.openxmlformats.org/officeDocument/2006/relationships/slide" Target="/ppt/slides/slide1.xml" Id="R75e2e346d62a4f51" /><Relationship Type="http://schemas.openxmlformats.org/officeDocument/2006/relationships/slide" Target="/ppt/slides/slide2.xml" Id="R661adfc58db94277" /><Relationship Type="http://schemas.openxmlformats.org/officeDocument/2006/relationships/slide" Target="/ppt/slides/slide3.xml" Id="Raa86735cb6b44fae" /><Relationship Type="http://schemas.openxmlformats.org/officeDocument/2006/relationships/slide" Target="/ppt/slides/slide4.xml" Id="Rb1b3c77f22974a26" /><Relationship Type="http://schemas.openxmlformats.org/officeDocument/2006/relationships/slide" Target="/ppt/slides/slide5.xml" Id="R006fb89d81e54e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aa979c2adb41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221bd29e144f90" /><Relationship Type="http://schemas.openxmlformats.org/officeDocument/2006/relationships/notesMaster" Target="/ppt/notesMasters/notesMaster1.xml" Id="R0bf03476d14d4b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e5efd1373e495d" /><Relationship Type="http://schemas.openxmlformats.org/officeDocument/2006/relationships/notesMaster" Target="/ppt/notesMasters/notesMaster1.xml" Id="R38e34b12cc824b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7cd71712014547" /><Relationship Type="http://schemas.openxmlformats.org/officeDocument/2006/relationships/notesMaster" Target="/ppt/notesMasters/notesMaster1.xml" Id="R77971350ec9b49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fce9eee4604f9e" /><Relationship Type="http://schemas.openxmlformats.org/officeDocument/2006/relationships/notesMaster" Target="/ppt/notesMasters/notesMaster1.xml" Id="R58d518f7788446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cb15f0758a4abe" /><Relationship Type="http://schemas.openxmlformats.org/officeDocument/2006/relationships/notesMaster" Target="/ppt/notesMasters/notesMaster1.xml" Id="R8690c74dcc6244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0a7041a5824d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f21aedb9a14bbb" /><Relationship Type="http://schemas.openxmlformats.org/officeDocument/2006/relationships/slideLayout" Target="/ppt/slideLayouts/slideLayout1.xml" Id="Rd6aa9264cc0e41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aa9264cc0e41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b64f9a7cf47e6" /><Relationship Type="http://schemas.openxmlformats.org/officeDocument/2006/relationships/notesSlide" Target="/ppt/notesSlides/notesSlide1.xml" Id="R28453e7471794a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38c9fd7e64311" /><Relationship Type="http://schemas.openxmlformats.org/officeDocument/2006/relationships/notesSlide" Target="/ppt/notesSlides/notesSlide2.xml" Id="R8e1958f75eec44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faa1326dd451d" /><Relationship Type="http://schemas.openxmlformats.org/officeDocument/2006/relationships/notesSlide" Target="/ppt/notesSlides/notesSlide3.xml" Id="R90f9ecd808044a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c52a04a364d25" /><Relationship Type="http://schemas.openxmlformats.org/officeDocument/2006/relationships/notesSlide" Target="/ppt/notesSlides/notesSlide4.xml" Id="Ra49e695a1ce744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1fa1f3dc94ed1" /><Relationship Type="http://schemas.openxmlformats.org/officeDocument/2006/relationships/notesSlide" Target="/ppt/notesSlides/notesSlide5.xml" Id="Rdc2e04437db142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B4A1D44-84B7-4909-A8AE-87D12C77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사업 개요와 심의 요청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BCFB0F5D-BDA0-4629-9925-E29EBCF1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TPL | 2026-09-20 | SYNTHETIC 가상 자료 | 1</a:t>
            </a:r>
          </a:p>
        </p:txBody>
      </p:sp>
      <p:sp>
        <p:nvSpPr>
          <p:cNvPr id="3" name="instructions">
            <a:extLst xmlns:a="http://schemas.openxmlformats.org/drawingml/2006/main">
              <a:ext uri="{FF2B5EF4-FFF2-40B4-BE49-F238E27FC236}">
                <a16:creationId xmlns:a16="http://schemas.microsoft.com/office/drawing/2014/main" id="{6A2A864D-2F10-4FC6-9A1A-35F4F823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[신규 프로젝트 내용을 입력]</a:t>
            </a:r>
          </a:p>
        </p:txBody>
      </p:sp>
      <p:sp>
        <p:nvSpPr>
          <p:cNvPr id="4" name="source_fields">
            <a:extLst xmlns:a="http://schemas.openxmlformats.org/drawingml/2006/main">
              <a:ext uri="{FF2B5EF4-FFF2-40B4-BE49-F238E27FC236}">
                <a16:creationId xmlns:a16="http://schemas.microsoft.com/office/drawing/2014/main" id="{10AA24A3-535D-455F-B4DF-631A04A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[원문 문서번호 / 페이지 또는 셀 / 적용 조건 / 검토 상태]</a:t>
            </a:r>
          </a:p>
        </p:txBody>
      </p:sp>
      <p:sp>
        <p:nvSpPr>
          <p:cNvPr id="5" name="evidence_note">
            <a:extLst xmlns:a="http://schemas.openxmlformats.org/drawingml/2006/main">
              <a:ext uri="{FF2B5EF4-FFF2-40B4-BE49-F238E27FC236}">
                <a16:creationId xmlns:a16="http://schemas.microsoft.com/office/drawing/2014/main" id="{BA1880BB-E9C4-404D-82EF-3F4FA163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근거가 없는 항목은 미확정으로 표시하고, 과거 실적과 신규 가정을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1301161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FA32528-77FC-4D97-95C9-F07704FB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ITB 주요 조건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F4F9605A-C565-4059-A8B1-0DA559B4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TPL | 2026-09-20 | SYNTHETIC 가상 자료 | 2</a:t>
            </a:r>
          </a:p>
        </p:txBody>
      </p:sp>
      <p:sp>
        <p:nvSpPr>
          <p:cNvPr id="3" name="instructions">
            <a:extLst xmlns:a="http://schemas.openxmlformats.org/drawingml/2006/main">
              <a:ext uri="{FF2B5EF4-FFF2-40B4-BE49-F238E27FC236}">
                <a16:creationId xmlns:a16="http://schemas.microsoft.com/office/drawing/2014/main" id="{56EA0EEA-B479-4488-B4C5-8FD7089C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[신규 프로젝트 내용을 입력]</a:t>
            </a:r>
          </a:p>
        </p:txBody>
      </p:sp>
      <p:sp>
        <p:nvSpPr>
          <p:cNvPr id="4" name="source_fields">
            <a:extLst xmlns:a="http://schemas.openxmlformats.org/drawingml/2006/main">
              <a:ext uri="{FF2B5EF4-FFF2-40B4-BE49-F238E27FC236}">
                <a16:creationId xmlns:a16="http://schemas.microsoft.com/office/drawing/2014/main" id="{DD7DEA84-F804-4F9B-80E0-B0BDF311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[원문 문서번호 / 페이지 또는 셀 / 적용 조건 / 검토 상태]</a:t>
            </a:r>
          </a:p>
        </p:txBody>
      </p:sp>
      <p:sp>
        <p:nvSpPr>
          <p:cNvPr id="5" name="evidence_note">
            <a:extLst xmlns:a="http://schemas.openxmlformats.org/drawingml/2006/main">
              <a:ext uri="{FF2B5EF4-FFF2-40B4-BE49-F238E27FC236}">
                <a16:creationId xmlns:a16="http://schemas.microsoft.com/office/drawing/2014/main" id="{C2DC96BE-860F-4927-A254-BD1B8764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근거가 없는 항목은 미확정으로 표시하고, 과거 실적과 신규 가정을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756075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6DDC62D-D7D1-4C8C-AC67-C9612AEF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과거 사례와 적용성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8FEE18C6-3315-47A2-B5AD-D7944750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TPL | 2026-09-20 | SYNTHETIC 가상 자료 | 3</a:t>
            </a:r>
          </a:p>
        </p:txBody>
      </p:sp>
      <p:sp>
        <p:nvSpPr>
          <p:cNvPr id="3" name="instructions">
            <a:extLst xmlns:a="http://schemas.openxmlformats.org/drawingml/2006/main">
              <a:ext uri="{FF2B5EF4-FFF2-40B4-BE49-F238E27FC236}">
                <a16:creationId xmlns:a16="http://schemas.microsoft.com/office/drawing/2014/main" id="{94B3EBAD-5F89-4BFE-B29A-976DE745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[신규 프로젝트 내용을 입력]</a:t>
            </a:r>
          </a:p>
        </p:txBody>
      </p:sp>
      <p:sp>
        <p:nvSpPr>
          <p:cNvPr id="4" name="source_fields">
            <a:extLst xmlns:a="http://schemas.openxmlformats.org/drawingml/2006/main">
              <a:ext uri="{FF2B5EF4-FFF2-40B4-BE49-F238E27FC236}">
                <a16:creationId xmlns:a16="http://schemas.microsoft.com/office/drawing/2014/main" id="{7407163A-21DF-42A4-AAFE-2FC7EF68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[원문 문서번호 / 페이지 또는 셀 / 적용 조건 / 검토 상태]</a:t>
            </a:r>
          </a:p>
        </p:txBody>
      </p:sp>
      <p:sp>
        <p:nvSpPr>
          <p:cNvPr id="5" name="evidence_note">
            <a:extLst xmlns:a="http://schemas.openxmlformats.org/drawingml/2006/main">
              <a:ext uri="{FF2B5EF4-FFF2-40B4-BE49-F238E27FC236}">
                <a16:creationId xmlns:a16="http://schemas.microsoft.com/office/drawing/2014/main" id="{AF16D1E4-B2A1-41A5-862C-E7BE775B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근거가 없는 항목은 미확정으로 표시하고, 과거 실적과 신규 가정을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7989943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CFF848C-98AC-41C6-BBC0-F45FEE21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우선 위험과 대응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D6D45C4A-B24A-438C-B6D0-CFCE3906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TPL | 2026-09-20 | SYNTHETIC 가상 자료 | 4</a:t>
            </a:r>
          </a:p>
        </p:txBody>
      </p:sp>
      <p:sp>
        <p:nvSpPr>
          <p:cNvPr id="3" name="instructions">
            <a:extLst xmlns:a="http://schemas.openxmlformats.org/drawingml/2006/main">
              <a:ext uri="{FF2B5EF4-FFF2-40B4-BE49-F238E27FC236}">
                <a16:creationId xmlns:a16="http://schemas.microsoft.com/office/drawing/2014/main" id="{29DAB8CB-ED0D-43A2-93FC-05DCF9C3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[신규 프로젝트 내용을 입력]</a:t>
            </a:r>
          </a:p>
        </p:txBody>
      </p:sp>
      <p:sp>
        <p:nvSpPr>
          <p:cNvPr id="4" name="source_fields">
            <a:extLst xmlns:a="http://schemas.openxmlformats.org/drawingml/2006/main">
              <a:ext uri="{FF2B5EF4-FFF2-40B4-BE49-F238E27FC236}">
                <a16:creationId xmlns:a16="http://schemas.microsoft.com/office/drawing/2014/main" id="{5458AD25-3BDA-4181-856B-9F4C308A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[원문 문서번호 / 페이지 또는 셀 / 적용 조건 / 검토 상태]</a:t>
            </a:r>
          </a:p>
        </p:txBody>
      </p:sp>
      <p:sp>
        <p:nvSpPr>
          <p:cNvPr id="5" name="evidence_note">
            <a:extLst xmlns:a="http://schemas.openxmlformats.org/drawingml/2006/main">
              <a:ext uri="{FF2B5EF4-FFF2-40B4-BE49-F238E27FC236}">
                <a16:creationId xmlns:a16="http://schemas.microsoft.com/office/drawing/2014/main" id="{3CBEEA4C-3A28-4EDF-B2C6-C9BD818E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근거가 없는 항목은 미확정으로 표시하고, 과거 실적과 신규 가정을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18964422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7E256CE-8C7A-4B3B-ABE7-99F2F464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미확정 사항과 의사결정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7D03B32E-259B-42D5-B2E7-CE867D0B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TPL | 2026-09-20 | SYNTHETIC 가상 자료 | 5</a:t>
            </a:r>
          </a:p>
        </p:txBody>
      </p:sp>
      <p:sp>
        <p:nvSpPr>
          <p:cNvPr id="3" name="instructions">
            <a:extLst xmlns:a="http://schemas.openxmlformats.org/drawingml/2006/main">
              <a:ext uri="{FF2B5EF4-FFF2-40B4-BE49-F238E27FC236}">
                <a16:creationId xmlns:a16="http://schemas.microsoft.com/office/drawing/2014/main" id="{788FA8E6-531D-4A3C-B4D8-662FB2D1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[신규 프로젝트 내용을 입력]</a:t>
            </a:r>
          </a:p>
        </p:txBody>
      </p:sp>
      <p:sp>
        <p:nvSpPr>
          <p:cNvPr id="4" name="source_fields">
            <a:extLst xmlns:a="http://schemas.openxmlformats.org/drawingml/2006/main">
              <a:ext uri="{FF2B5EF4-FFF2-40B4-BE49-F238E27FC236}">
                <a16:creationId xmlns:a16="http://schemas.microsoft.com/office/drawing/2014/main" id="{50E1D76E-F817-4BF3-8DAF-840AC02E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[원문 문서번호 / 페이지 또는 셀 / 적용 조건 / 검토 상태]</a:t>
            </a:r>
          </a:p>
        </p:txBody>
      </p:sp>
      <p:sp>
        <p:nvSpPr>
          <p:cNvPr id="5" name="evidence_note">
            <a:extLst xmlns:a="http://schemas.openxmlformats.org/drawingml/2006/main">
              <a:ext uri="{FF2B5EF4-FFF2-40B4-BE49-F238E27FC236}">
                <a16:creationId xmlns:a16="http://schemas.microsoft.com/office/drawing/2014/main" id="{6AC24355-B0C6-4A90-BCE1-2595DDC8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근거가 없는 항목은 미확정으로 표시하고, 과거 실적과 신규 가정을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20436219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2026-09-20T13:11:51.0250000Z</dcterms:created>
  <dcterms:modified xsi:type="dcterms:W3CDTF">2026-09-20T13:11:51.0250000Z</dcterms:modified>
</coreProperties>
</file>